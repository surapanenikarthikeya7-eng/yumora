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home/claude/logo_light.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1463040"/>
            <a:ext cx="8046720" cy="1371600"/>
          </a:xfrm>
          <a:prstGeom prst="rect">
            <a:avLst/>
          </a:prstGeom>
          <a:noFill/>
          <a:ln/>
        </p:spPr>
        <p:txBody>
          <a:bodyPr wrap="square" lIns="0" tIns="0" rIns="0" bIns="0"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YUMORA</a:t>
            </a:r>
            <a:endParaRPr lang="en-US" sz="7200" dirty="0"/>
          </a:p>
        </p:txBody>
      </p:sp>
      <p:sp>
        <p:nvSpPr>
          <p:cNvPr id="4" name="Text 1"/>
          <p:cNvSpPr txBox="1"/>
          <p:nvPr/>
        </p:nvSpPr>
        <p:spPr>
          <a:xfrm>
            <a:off x="548640" y="2926080"/>
            <a:ext cx="8046720" cy="548640"/>
          </a:xfrm>
          <a:prstGeom prst="rect">
            <a:avLst/>
          </a:prstGeom>
          <a:noFill/>
          <a:ln/>
        </p:spPr>
        <p:txBody>
          <a:bodyPr wrap="square" lIns="0" tIns="0" rIns="0" bIns="0" rtlCol="0" anchor="t"/>
          <a:lstStyle/>
          <a:p>
            <a:pPr algn="ctr" indent="0" marL="0">
              <a:buNone/>
            </a:pPr>
            <a:r>
              <a:rPr lang="en-US" sz="2400" dirty="0">
                <a:solidFill>
                  <a:srgbClr val="DDDDDD"/>
                </a:solidFill>
                <a:latin typeface="Calibri" pitchFamily="34" charset="0"/>
                <a:ea typeface="Calibri" pitchFamily="34" charset="-122"/>
                <a:cs typeface="Calibri" pitchFamily="34" charset="-120"/>
              </a:rPr>
              <a:t>Your world of food, right around you</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The Problem</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Finding the right food can often take a lot of time and effort. People may know what they want to eat but may not know where to find it nearby. They often have to search through different websites and applications to discover restaurants. Local restaurants and hidden food places may also be difficult to discover. Finding the exact location of a restaurant can require additional searching. This creates confusion and wastes valuable time. YUMORA is designed to solve this food discovery problem through one simple platform.</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The Solution</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YUMORA provides a simple solution by bringing food discovery and restaurant access into one platform. Users can enter the name of the food they want into a simple search box. YUMORA searches for matching food and restaurants from its database. Location services can help users discover restaurants near them. Users can select a restaurant and view its location on the map. With the Directions option, they can open Google Maps and reach the restaurant easily. This makes the complete food discovery process faster and simpler.</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Technical Architecture</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YUMORA uses a modern full-stack architecture to provide a reliable food discovery experience. The frontend provides the user interface where people can search and explore food. The backend processes searches, user accounts, restaurant information, and other application requests. MongoDB can be used to store users, restaurants, food, categories, and other data. Authentication allows users to securely access their accounts. Location services and Google Maps help users identify restaurant locations and get directions. External services such as Google Login and email services can further improve the platform.</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Human-Centered Design &amp; Calm Nudges</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YUMORA focuses on making food discovery simple instead of overwhelming users with too many choices. The main interface provides a clear search experience where users can directly type what they want to eat. The platform avoids unnecessary options and keeps important information easy to understand. Location-based discovery helps users find relevant restaurants around them. Clear navigation and a simple Directions option reduce the effort required to reach a restaurant. The black-and-white interface provides a calm and focused visual experience. YUMORA follows a human-centered approach by keeping the user's needs at the center of the experience.</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Key Features &amp; Metrics</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YUMORA provides important features such as food search, restaurant discovery, location detection, Google Maps directions, user authentication, profiles, favorites, reviews, and administration. The platform is designed to connect users with restaurants based on their food requirements and location. Search functionality helps users quickly find relevant food and restaurants. Location services help users understand where restaurants are located. Future evaluation can measure search response time, successful searches, restaurant discoveries, directions usage, and user registrations. These metrics can help improve the platform and understand how effectively it supports food discovery.</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Live User Journey</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The YUMORA user journey begins when a person opens the platform and searches for the food they want. For example, a user can type “Biryani” into the search box. YUMORA then displays restaurants related to the searched food. If location access is provided, nearby restaurants can also be identified. The user can select a restaurant and view its location on the map. By clicking the Directions option, Google Maps can open with the restaurant as the destination. This creates a simple journey from searching for food to finding and reaching the restaurant.</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logo_dark.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365760"/>
            <a:ext cx="7223760" cy="640080"/>
          </a:xfrm>
          <a:prstGeom prst="rect">
            <a:avLst/>
          </a:prstGeom>
          <a:noFill/>
          <a:ln/>
        </p:spPr>
        <p:txBody>
          <a:bodyPr wrap="square" lIns="0" tIns="0" rIns="0" bIns="0" rtlCol="0" anchor="ctr"/>
          <a:lstStyle/>
          <a:p>
            <a:pPr indent="0" marL="0">
              <a:buNone/>
            </a:pPr>
            <a:r>
              <a:rPr lang="en-US" sz="2800" b="1" dirty="0">
                <a:solidFill>
                  <a:srgbClr val="111111"/>
                </a:solidFill>
                <a:latin typeface="Calibri" pitchFamily="34" charset="0"/>
                <a:ea typeface="Calibri" pitchFamily="34" charset="-122"/>
                <a:cs typeface="Calibri" pitchFamily="34" charset="-120"/>
              </a:rPr>
              <a:t>Future Roadmap &amp; Conclusion</a:t>
            </a:r>
            <a:endParaRPr lang="en-US" sz="2800" dirty="0"/>
          </a:p>
        </p:txBody>
      </p:sp>
      <p:sp>
        <p:nvSpPr>
          <p:cNvPr id="4" name="Text 1"/>
          <p:cNvSpPr txBox="1"/>
          <p:nvPr/>
        </p:nvSpPr>
        <p:spPr>
          <a:xfrm>
            <a:off x="548640" y="1280160"/>
            <a:ext cx="8046720" cy="3200400"/>
          </a:xfrm>
          <a:prstGeom prst="rect">
            <a:avLst/>
          </a:prstGeom>
          <a:noFill/>
          <a:ln/>
        </p:spPr>
        <p:txBody>
          <a:bodyPr wrap="square" lIns="0" tIns="0" rIns="0" bIns="0" rtlCol="0" anchor="t"/>
          <a:lstStyle/>
          <a:p>
            <a:pPr indent="0" marL="0">
              <a:lnSpc>
                <a:spcPct val="130000"/>
              </a:lnSpc>
              <a:buNone/>
            </a:pPr>
            <a:r>
              <a:rPr lang="en-US" sz="1800" dirty="0">
                <a:solidFill>
                  <a:srgbClr val="111111"/>
                </a:solidFill>
                <a:latin typeface="Calibri" pitchFamily="34" charset="0"/>
                <a:ea typeface="Calibri" pitchFamily="34" charset="-122"/>
                <a:cs typeface="Calibri" pitchFamily="34" charset="-120"/>
              </a:rPr>
              <a:t>YUMORA can be expanded to cover more cities and restaurants across India and eventually other countries. Future versions can include AI-powered personalized food recommendations based on user interests and search history. The platform can also support multiple languages to make food discovery accessible to more people. Integration with food delivery services could provide additional access to restaurants and dishes. Accessibility features can make the platform easier to use for different groups of users. With continuous improvements, YUMORA can become a broader global food discovery platform. The goal is to make discovering and accessing food simple, convenient, and accessible.</a:t>
            </a:r>
            <a:endParaRPr lang="en-US" sz="1800" dirty="0"/>
          </a:p>
        </p:txBody>
      </p:sp>
      <p:sp>
        <p:nvSpPr>
          <p:cNvPr id="5" name="Text 2"/>
          <p:cNvSpPr txBox="1"/>
          <p:nvPr/>
        </p:nvSpPr>
        <p:spPr>
          <a:xfrm>
            <a:off x="548640" y="4709160"/>
            <a:ext cx="8046720" cy="228600"/>
          </a:xfrm>
          <a:prstGeom prst="rect">
            <a:avLst/>
          </a:prstGeom>
          <a:noFill/>
          <a:ln/>
        </p:spPr>
        <p:txBody>
          <a:bodyPr wrap="square" lIns="0" tIns="0" rIns="0" bIns="0" rtlCol="0" anchor="ctr"/>
          <a:lstStyle/>
          <a:p>
            <a:pPr indent="0" marL="0">
              <a:buNone/>
            </a:pPr>
            <a:r>
              <a:rPr lang="en-US" sz="1000" dirty="0">
                <a:solidFill>
                  <a:srgbClr val="666666"/>
                </a:solidFill>
                <a:latin typeface="Calibri" pitchFamily="34" charset="0"/>
                <a:ea typeface="Calibri" pitchFamily="34" charset="-122"/>
                <a:cs typeface="Calibri" pitchFamily="34" charset="-120"/>
              </a:rPr>
              <a:t>YUMORA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pic>
        <p:nvPicPr>
          <p:cNvPr id="2" name="Image 0" descr="/home/claude/logo_light.png">    </p:cNvPr>
          <p:cNvPicPr>
            <a:picLocks noChangeAspect="1"/>
          </p:cNvPicPr>
          <p:nvPr/>
        </p:nvPicPr>
        <p:blipFill>
          <a:blip r:embed="rId1"/>
          <a:stretch>
            <a:fillRect/>
          </a:stretch>
        </p:blipFill>
        <p:spPr>
          <a:xfrm>
            <a:off x="8229600" y="320040"/>
            <a:ext cx="457200" cy="402336"/>
          </a:xfrm>
          <a:prstGeom prst="rect">
            <a:avLst/>
          </a:prstGeom>
        </p:spPr>
      </p:pic>
      <p:sp>
        <p:nvSpPr>
          <p:cNvPr id="3" name="Text 0"/>
          <p:cNvSpPr txBox="1"/>
          <p:nvPr/>
        </p:nvSpPr>
        <p:spPr>
          <a:xfrm>
            <a:off x="548640" y="1828800"/>
            <a:ext cx="8046720" cy="137160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YUMORA</dc:title>
  <dc:subject>PptxGenJS Presentation</dc:subject>
  <dc:creator>PptxGenJS</dc:creator>
  <cp:lastModifiedBy>PptxGenJS</cp:lastModifiedBy>
  <cp:revision>1</cp:revision>
  <dcterms:created xsi:type="dcterms:W3CDTF">2026-09-28T08:23:01Z</dcterms:created>
  <dcterms:modified xsi:type="dcterms:W3CDTF">2026-09-28T08:23:01Z</dcterms:modified>
</cp:coreProperties>
</file>